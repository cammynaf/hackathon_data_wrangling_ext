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1" autoAdjust="0"/>
    <p:restoredTop sz="94660"/>
  </p:normalViewPr>
  <p:slideViewPr>
    <p:cSldViewPr snapToGrid="0">
      <p:cViewPr varScale="1">
        <p:scale>
          <a:sx n="87" d="100"/>
          <a:sy n="87" d="100"/>
        </p:scale>
        <p:origin x="108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3379B-5FBD-1CE6-2542-A2FA5F0D9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C13746-6AAD-7DA0-5390-9B5FBEE6E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F38D4-2F1C-41D2-66C4-5AFC72562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27A6-2351-4113-B148-C74C758D8454}" type="datetimeFigureOut">
              <a:rPr lang="en-CH" smtClean="0"/>
              <a:t>16.04.2026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2A85A-A34B-C055-E90E-483105EFC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E50C3-C308-489B-8B53-D81CF7158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0648E-2681-48BB-9254-71D91E63A76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9527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C1317-DD0E-89F2-D5CE-EA66CEEE9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6FEF3-3B55-EEEB-C23B-F18170B4F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66DDA-6124-331B-64F4-E888BCB83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27A6-2351-4113-B148-C74C758D8454}" type="datetimeFigureOut">
              <a:rPr lang="en-CH" smtClean="0"/>
              <a:t>16.04.2026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2FCD7-A673-9C41-CFAE-B5853E0DE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1F2BE-3C9C-0B0A-6A35-4DE1F1BBE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0648E-2681-48BB-9254-71D91E63A76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83626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6C5E8-93F5-C32A-3DBD-C228C83B8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7A6FC-F0D9-A8CA-11A2-645812F4A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02206-06C7-0AEB-7D30-95B9AD889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27A6-2351-4113-B148-C74C758D8454}" type="datetimeFigureOut">
              <a:rPr lang="en-CH" smtClean="0"/>
              <a:t>16.04.2026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DD6FE-E87B-836F-7AB6-5C1AF473F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69DD1-019E-C963-0122-82CAE0B42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0648E-2681-48BB-9254-71D91E63A76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81099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85B6-59D0-1B84-B9C3-5CA9E519E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D3ADC-AEE5-ABAA-4EC1-AA32764AC8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61AB5-6A1B-D40F-E87E-39BC46256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0A7FF-CD00-4B2E-2ED7-FE25B2AF0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27A6-2351-4113-B148-C74C758D8454}" type="datetimeFigureOut">
              <a:rPr lang="en-CH" smtClean="0"/>
              <a:t>16.04.2026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03DEE-4437-E656-A7B3-58A476101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A976E-9B76-B91D-39E0-2AE4DED6B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0648E-2681-48BB-9254-71D91E63A76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63169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CF0B5-2404-4360-4C93-DEA75B02F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5135A-6276-A433-0D94-E85AE6C5C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3ADB1-5F34-BAEE-A423-EFB5B1932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0D88E1-9430-7677-5AA2-F3C10A1032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8F99FE-D836-9D4B-6AF3-12EC476AB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5F743A-53A4-2975-7591-8192A76F3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27A6-2351-4113-B148-C74C758D8454}" type="datetimeFigureOut">
              <a:rPr lang="en-CH" smtClean="0"/>
              <a:t>16.04.2026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8477C7-3A10-467B-B505-F315C742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6234E6-54F9-42BB-ED6C-058A4AC3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0648E-2681-48BB-9254-71D91E63A76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87709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8E60A-E24B-9BAB-925D-DD98ABB32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73FC89-2466-44BC-EB44-29F9028BB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27A6-2351-4113-B148-C74C758D8454}" type="datetimeFigureOut">
              <a:rPr lang="en-CH" smtClean="0"/>
              <a:t>16.04.2026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4EC9E4-A92B-BB4B-CCBA-B42523B78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B6243A-9DFF-3797-8F6C-9C2D9790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0648E-2681-48BB-9254-71D91E63A76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10306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C2E867-FCBF-16FE-530F-C1044B23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27A6-2351-4113-B148-C74C758D8454}" type="datetimeFigureOut">
              <a:rPr lang="en-CH" smtClean="0"/>
              <a:t>16.04.2026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527967-563F-4542-DE54-4AC3B7F2E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DB2B0-AB44-4B5C-3177-059BC35F9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0648E-2681-48BB-9254-71D91E63A76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29735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BEBDC-4574-4F83-9124-E129BAA83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02F00-5D52-6430-31B6-2A9A0833A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C6062-E16B-74E0-8DC3-DB60B48F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B8D1A-5F84-791D-A7AD-12F5AD094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27A6-2351-4113-B148-C74C758D8454}" type="datetimeFigureOut">
              <a:rPr lang="en-CH" smtClean="0"/>
              <a:t>16.04.2026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7FF97-177B-A6A2-25DF-A33616518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533BA-0EC3-6721-1595-474ED842E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0648E-2681-48BB-9254-71D91E63A76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06373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C1E9C-0CF7-AF30-6D87-AA738BB51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6ED0AD-035E-2539-E87A-7E4C6A800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599EE1-D06B-E688-F0C3-1734F23F6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F364D-E1EE-4B3A-1E5D-877719FDF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27A6-2351-4113-B148-C74C758D8454}" type="datetimeFigureOut">
              <a:rPr lang="en-CH" smtClean="0"/>
              <a:t>16.04.2026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2EA13-C067-DCB7-AE9B-20937EA99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92ABB-8363-5CEB-254F-E5E5EADD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0648E-2681-48BB-9254-71D91E63A76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95522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2AFF9-F1D7-B5AB-9DBE-330C2761A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6AC291-7F5D-306D-2E92-6CB37B076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20023-DEB5-0A61-5544-1B161BF69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27A6-2351-4113-B148-C74C758D8454}" type="datetimeFigureOut">
              <a:rPr lang="en-CH" smtClean="0"/>
              <a:t>16.04.2026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A11CD-C84D-43DE-E74F-24748D234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C8C23-4075-594A-04BB-84AFDFC6E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0648E-2681-48BB-9254-71D91E63A76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94420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911F19-C879-DD00-D288-67F41C133E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6ADCF-035C-935D-7C1F-7D149CB6C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269AB-66D8-C17D-6B7F-5E3D2BC66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27A6-2351-4113-B148-C74C758D8454}" type="datetimeFigureOut">
              <a:rPr lang="en-CH" smtClean="0"/>
              <a:t>16.04.2026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9DC22-9092-081A-CCC9-C56787323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1FD73-3B08-70EC-8E2F-E68D4F3E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0648E-2681-48BB-9254-71D91E63A76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80795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94576C-2E5E-DD17-C878-D154B3C04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B9996-3E7F-67AE-A096-15A62170C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71E15-2491-777F-97F6-7764D67848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8B27A6-2351-4113-B148-C74C758D8454}" type="datetimeFigureOut">
              <a:rPr lang="en-CH" smtClean="0"/>
              <a:t>16.04.2026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398F8-4D7C-5B38-F503-523D9E9E7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70AD5-3971-5AE8-57C8-5D39008CD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F0648E-2681-48BB-9254-71D91E63A76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63010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ED828-F541-DE4D-DD81-5335F57FDA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2D3FA-BB61-44D0-5957-F4A86A8561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03122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F48646-EDFB-0306-5504-02A1002A71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532266"/>
              </p:ext>
            </p:extLst>
          </p:nvPr>
        </p:nvGraphicFramePr>
        <p:xfrm>
          <a:off x="587248" y="1250018"/>
          <a:ext cx="48768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93398806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98221472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929932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County</a:t>
                      </a:r>
                      <a:endParaRPr lang="en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RDT result</a:t>
                      </a:r>
                      <a:endParaRPr lang="en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Slept under net</a:t>
                      </a:r>
                      <a:endParaRPr lang="en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951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effectLst/>
                        </a:rPr>
                        <a:t>kisumu</a:t>
                      </a:r>
                      <a:endParaRPr lang="en-US" sz="14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88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KISUMU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492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busia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217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BUSIA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H" sz="140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736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Kericho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neg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005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kericho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307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Nairobi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NEG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54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nairobi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9897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8BA3CA-13A6-B0D6-9B52-966B4893B7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006847"/>
              </p:ext>
            </p:extLst>
          </p:nvPr>
        </p:nvGraphicFramePr>
        <p:xfrm>
          <a:off x="6920992" y="1250018"/>
          <a:ext cx="48768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93398806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98221472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929932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County</a:t>
                      </a:r>
                      <a:endParaRPr lang="en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RDT result</a:t>
                      </a:r>
                      <a:endParaRPr lang="en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Slept under net</a:t>
                      </a:r>
                      <a:endParaRPr lang="en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951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Kisumu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88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Kisumu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492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Busia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217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Busia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736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Kericho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005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Kericho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307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Nairobi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54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Nairobi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9897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D78CEF69-42C0-6FDA-9BAB-D94BCB5FC5C5}"/>
              </a:ext>
            </a:extLst>
          </p:cNvPr>
          <p:cNvGrpSpPr/>
          <p:nvPr/>
        </p:nvGrpSpPr>
        <p:grpSpPr>
          <a:xfrm>
            <a:off x="5588000" y="2165116"/>
            <a:ext cx="1050544" cy="1181588"/>
            <a:chOff x="5588000" y="2165116"/>
            <a:chExt cx="1050544" cy="1181588"/>
          </a:xfrm>
        </p:grpSpPr>
        <p:sp>
          <p:nvSpPr>
            <p:cNvPr id="6" name="Arrow: Notched Right 5">
              <a:extLst>
                <a:ext uri="{FF2B5EF4-FFF2-40B4-BE49-F238E27FC236}">
                  <a16:creationId xmlns:a16="http://schemas.microsoft.com/office/drawing/2014/main" id="{7B325DAD-896E-DF40-BB76-EBF8E39F6E5C}"/>
                </a:ext>
              </a:extLst>
            </p:cNvPr>
            <p:cNvSpPr/>
            <p:nvPr/>
          </p:nvSpPr>
          <p:spPr>
            <a:xfrm>
              <a:off x="5779008" y="2688336"/>
              <a:ext cx="859536" cy="658368"/>
            </a:xfrm>
            <a:prstGeom prst="notched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8E816AA-CF3C-2103-7310-C25E56AE3121}"/>
                </a:ext>
              </a:extLst>
            </p:cNvPr>
            <p:cNvSpPr txBox="1"/>
            <p:nvPr/>
          </p:nvSpPr>
          <p:spPr>
            <a:xfrm>
              <a:off x="5588000" y="2165116"/>
              <a:ext cx="10505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Data wrangling</a:t>
              </a:r>
              <a:endParaRPr lang="en-CH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06818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00825-C1A4-2763-F075-CAFFF607B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 descr="Tools outline">
            <a:extLst>
              <a:ext uri="{FF2B5EF4-FFF2-40B4-BE49-F238E27FC236}">
                <a16:creationId xmlns:a16="http://schemas.microsoft.com/office/drawing/2014/main" id="{964FD79A-E406-31EA-1A11-96A5A6E0E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72968" y="1549301"/>
            <a:ext cx="1877011" cy="1877011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654D80BB-D1CC-8E07-853E-98EA7027A99F}"/>
              </a:ext>
            </a:extLst>
          </p:cNvPr>
          <p:cNvGrpSpPr/>
          <p:nvPr/>
        </p:nvGrpSpPr>
        <p:grpSpPr>
          <a:xfrm>
            <a:off x="358385" y="970531"/>
            <a:ext cx="3717603" cy="3236976"/>
            <a:chOff x="437762" y="1008673"/>
            <a:chExt cx="3717603" cy="323697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F6A1076-0F24-3213-52D0-E9A69C179DB0}"/>
                </a:ext>
              </a:extLst>
            </p:cNvPr>
            <p:cNvSpPr/>
            <p:nvPr/>
          </p:nvSpPr>
          <p:spPr>
            <a:xfrm>
              <a:off x="437762" y="1008673"/>
              <a:ext cx="3717603" cy="32369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  <p:pic>
          <p:nvPicPr>
            <p:cNvPr id="9" name="Graphic 8" descr="Puzzle with solid fill">
              <a:extLst>
                <a:ext uri="{FF2B5EF4-FFF2-40B4-BE49-F238E27FC236}">
                  <a16:creationId xmlns:a16="http://schemas.microsoft.com/office/drawing/2014/main" id="{02442EF5-CD1B-B882-F02C-8635F810A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03313" y="3077030"/>
              <a:ext cx="1168619" cy="1168619"/>
            </a:xfrm>
            <a:prstGeom prst="rect">
              <a:avLst/>
            </a:prstGeom>
          </p:spPr>
        </p:pic>
        <p:pic>
          <p:nvPicPr>
            <p:cNvPr id="10" name="Graphic 9" descr="Puzzle with solid fill">
              <a:extLst>
                <a:ext uri="{FF2B5EF4-FFF2-40B4-BE49-F238E27FC236}">
                  <a16:creationId xmlns:a16="http://schemas.microsoft.com/office/drawing/2014/main" id="{4F6B2A88-8BD4-69CF-3A69-E5B090F85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928588" y="2138062"/>
              <a:ext cx="569691" cy="569691"/>
            </a:xfrm>
            <a:prstGeom prst="rect">
              <a:avLst/>
            </a:prstGeom>
          </p:spPr>
        </p:pic>
        <p:pic>
          <p:nvPicPr>
            <p:cNvPr id="18" name="Graphic 17" descr="Puzzle outline">
              <a:extLst>
                <a:ext uri="{FF2B5EF4-FFF2-40B4-BE49-F238E27FC236}">
                  <a16:creationId xmlns:a16="http://schemas.microsoft.com/office/drawing/2014/main" id="{0291B37E-B88D-E600-46E7-9854C04689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924132" y="2348563"/>
              <a:ext cx="914400" cy="914400"/>
            </a:xfrm>
            <a:prstGeom prst="rect">
              <a:avLst/>
            </a:prstGeom>
          </p:spPr>
        </p:pic>
        <p:pic>
          <p:nvPicPr>
            <p:cNvPr id="41" name="Graphic 40" descr="Puzzle outline">
              <a:extLst>
                <a:ext uri="{FF2B5EF4-FFF2-40B4-BE49-F238E27FC236}">
                  <a16:creationId xmlns:a16="http://schemas.microsoft.com/office/drawing/2014/main" id="{72CE8784-6707-F68F-4D0E-04B4127C4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756233" y="1093330"/>
              <a:ext cx="914400" cy="914400"/>
            </a:xfrm>
            <a:prstGeom prst="rect">
              <a:avLst/>
            </a:prstGeom>
          </p:spPr>
        </p:pic>
        <p:pic>
          <p:nvPicPr>
            <p:cNvPr id="43" name="Graphic 42" descr="Puzzle outline">
              <a:extLst>
                <a:ext uri="{FF2B5EF4-FFF2-40B4-BE49-F238E27FC236}">
                  <a16:creationId xmlns:a16="http://schemas.microsoft.com/office/drawing/2014/main" id="{C0B7B2FA-A61E-C883-31F1-399A31F8E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7208" y="2007730"/>
              <a:ext cx="914400" cy="914400"/>
            </a:xfrm>
            <a:prstGeom prst="rect">
              <a:avLst/>
            </a:prstGeom>
            <a:scene3d>
              <a:camera prst="orthographicFront">
                <a:rot lat="0" lon="0" rev="1800000"/>
              </a:camera>
              <a:lightRig rig="threePt" dir="t"/>
            </a:scene3d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BDAC32B-52CF-AB1C-7765-0288788DA2DA}"/>
              </a:ext>
            </a:extLst>
          </p:cNvPr>
          <p:cNvGrpSpPr/>
          <p:nvPr/>
        </p:nvGrpSpPr>
        <p:grpSpPr>
          <a:xfrm>
            <a:off x="6948495" y="1093330"/>
            <a:ext cx="2096354" cy="3078585"/>
            <a:chOff x="7364686" y="1008673"/>
            <a:chExt cx="2096354" cy="30785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802BF7-D5EA-CBB2-7346-AA12F7F2DFDF}"/>
                </a:ext>
              </a:extLst>
            </p:cNvPr>
            <p:cNvSpPr/>
            <p:nvPr/>
          </p:nvSpPr>
          <p:spPr>
            <a:xfrm>
              <a:off x="7364686" y="1008673"/>
              <a:ext cx="2096354" cy="307858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011FAFEB-05AC-EF3F-0591-A1599876DF5A}"/>
                </a:ext>
              </a:extLst>
            </p:cNvPr>
            <p:cNvGrpSpPr/>
            <p:nvPr/>
          </p:nvGrpSpPr>
          <p:grpSpPr>
            <a:xfrm>
              <a:off x="7527716" y="1223662"/>
              <a:ext cx="1820064" cy="2662538"/>
              <a:chOff x="7527716" y="1223662"/>
              <a:chExt cx="1820064" cy="2662538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336543AC-226D-A2B4-F07B-F6E4F804056A}"/>
                  </a:ext>
                </a:extLst>
              </p:cNvPr>
              <p:cNvGrpSpPr/>
              <p:nvPr/>
            </p:nvGrpSpPr>
            <p:grpSpPr>
              <a:xfrm>
                <a:off x="7527716" y="1223662"/>
                <a:ext cx="925112" cy="2662538"/>
                <a:chOff x="5772906" y="3220826"/>
                <a:chExt cx="925112" cy="2662538"/>
              </a:xfrm>
            </p:grpSpPr>
            <p:pic>
              <p:nvPicPr>
                <p:cNvPr id="23" name="Graphic 22" descr="Puzzle outline">
                  <a:extLst>
                    <a:ext uri="{FF2B5EF4-FFF2-40B4-BE49-F238E27FC236}">
                      <a16:creationId xmlns:a16="http://schemas.microsoft.com/office/drawing/2014/main" id="{9F65F02A-5DC9-6A23-C546-B40C02CD3E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83618" y="4123405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32" name="Graphic 31" descr="Puzzle outline">
                  <a:extLst>
                    <a:ext uri="{FF2B5EF4-FFF2-40B4-BE49-F238E27FC236}">
                      <a16:creationId xmlns:a16="http://schemas.microsoft.com/office/drawing/2014/main" id="{83AC4BA3-402D-B257-FEA5-AE4A52E66B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83618" y="4968964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34" name="Graphic 33" descr="Puzzle outline">
                  <a:extLst>
                    <a:ext uri="{FF2B5EF4-FFF2-40B4-BE49-F238E27FC236}">
                      <a16:creationId xmlns:a16="http://schemas.microsoft.com/office/drawing/2014/main" id="{96917E7B-F8B7-C9C7-1BEB-17E5518349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72906" y="3220826"/>
                  <a:ext cx="914400" cy="914400"/>
                </a:xfrm>
                <a:prstGeom prst="rect">
                  <a:avLst/>
                </a:prstGeom>
              </p:spPr>
            </p:pic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3274DB7C-D1DC-842E-1CD9-E9B5B9D160F7}"/>
                  </a:ext>
                </a:extLst>
              </p:cNvPr>
              <p:cNvGrpSpPr/>
              <p:nvPr/>
            </p:nvGrpSpPr>
            <p:grpSpPr>
              <a:xfrm>
                <a:off x="8422668" y="1223662"/>
                <a:ext cx="925112" cy="2662538"/>
                <a:chOff x="5772906" y="3220826"/>
                <a:chExt cx="925112" cy="2662538"/>
              </a:xfrm>
            </p:grpSpPr>
            <p:pic>
              <p:nvPicPr>
                <p:cNvPr id="45" name="Graphic 44" descr="Puzzle outline">
                  <a:extLst>
                    <a:ext uri="{FF2B5EF4-FFF2-40B4-BE49-F238E27FC236}">
                      <a16:creationId xmlns:a16="http://schemas.microsoft.com/office/drawing/2014/main" id="{F8DE69D6-38D5-4BE5-4C04-31D95530AE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83618" y="4123405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46" name="Graphic 45" descr="Puzzle outline">
                  <a:extLst>
                    <a:ext uri="{FF2B5EF4-FFF2-40B4-BE49-F238E27FC236}">
                      <a16:creationId xmlns:a16="http://schemas.microsoft.com/office/drawing/2014/main" id="{8BDAE207-E727-E876-B457-7E6B43B513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83618" y="4968964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47" name="Graphic 46" descr="Puzzle outline">
                  <a:extLst>
                    <a:ext uri="{FF2B5EF4-FFF2-40B4-BE49-F238E27FC236}">
                      <a16:creationId xmlns:a16="http://schemas.microsoft.com/office/drawing/2014/main" id="{A9385499-2EA7-9BE1-16BD-50CC8C876F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72906" y="3220826"/>
                  <a:ext cx="914400" cy="914400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48" name="Arrow: Notched Right 47">
            <a:extLst>
              <a:ext uri="{FF2B5EF4-FFF2-40B4-BE49-F238E27FC236}">
                <a16:creationId xmlns:a16="http://schemas.microsoft.com/office/drawing/2014/main" id="{E5CC9F5A-536C-C031-6999-23B393B6DD33}"/>
              </a:ext>
            </a:extLst>
          </p:cNvPr>
          <p:cNvSpPr/>
          <p:nvPr/>
        </p:nvSpPr>
        <p:spPr>
          <a:xfrm>
            <a:off x="4373500" y="2280277"/>
            <a:ext cx="415436" cy="432318"/>
          </a:xfrm>
          <a:prstGeom prst="notchedRightArrow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9" name="Arrow: Notched Right 48">
            <a:extLst>
              <a:ext uri="{FF2B5EF4-FFF2-40B4-BE49-F238E27FC236}">
                <a16:creationId xmlns:a16="http://schemas.microsoft.com/office/drawing/2014/main" id="{FFA19E68-97CE-8BB0-233B-8C367C59A108}"/>
              </a:ext>
            </a:extLst>
          </p:cNvPr>
          <p:cNvSpPr/>
          <p:nvPr/>
        </p:nvSpPr>
        <p:spPr>
          <a:xfrm>
            <a:off x="6235547" y="2283346"/>
            <a:ext cx="415436" cy="432318"/>
          </a:xfrm>
          <a:prstGeom prst="notchedRightArrow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53" name="Graphic 52" descr="Puzzle with solid fill">
            <a:extLst>
              <a:ext uri="{FF2B5EF4-FFF2-40B4-BE49-F238E27FC236}">
                <a16:creationId xmlns:a16="http://schemas.microsoft.com/office/drawing/2014/main" id="{B20DE899-BD58-335B-B528-B44AE97D7C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4132" y="136587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4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D5C71-58F7-A309-A72A-CBA77B3E4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AEE59118-7D86-3B5B-BCCF-CF726ABAC0CE}"/>
              </a:ext>
            </a:extLst>
          </p:cNvPr>
          <p:cNvGrpSpPr/>
          <p:nvPr/>
        </p:nvGrpSpPr>
        <p:grpSpPr>
          <a:xfrm>
            <a:off x="1395994" y="1062910"/>
            <a:ext cx="9025225" cy="3109004"/>
            <a:chOff x="1395994" y="1062910"/>
            <a:chExt cx="9025225" cy="3109004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03BE6C7D-5FCF-7D84-72DF-C6F66527CC92}"/>
                </a:ext>
              </a:extLst>
            </p:cNvPr>
            <p:cNvGrpSpPr/>
            <p:nvPr/>
          </p:nvGrpSpPr>
          <p:grpSpPr>
            <a:xfrm>
              <a:off x="1395994" y="1093329"/>
              <a:ext cx="2096354" cy="3078585"/>
              <a:chOff x="7364686" y="1008673"/>
              <a:chExt cx="2096354" cy="307858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B19A0A9-7A19-5286-B8FA-2946F142FFEB}"/>
                  </a:ext>
                </a:extLst>
              </p:cNvPr>
              <p:cNvSpPr/>
              <p:nvPr/>
            </p:nvSpPr>
            <p:spPr>
              <a:xfrm>
                <a:off x="7364686" y="1008673"/>
                <a:ext cx="2096354" cy="307858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H" dirty="0"/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B7721EDC-B2CB-4A10-14A2-BD6D801B970F}"/>
                  </a:ext>
                </a:extLst>
              </p:cNvPr>
              <p:cNvGrpSpPr/>
              <p:nvPr/>
            </p:nvGrpSpPr>
            <p:grpSpPr>
              <a:xfrm>
                <a:off x="7527716" y="1223662"/>
                <a:ext cx="1820064" cy="2662538"/>
                <a:chOff x="7527716" y="1223662"/>
                <a:chExt cx="1820064" cy="2662538"/>
              </a:xfrm>
            </p:grpSpPr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6F54259B-3A02-79FA-BFC7-300A31D57FCF}"/>
                    </a:ext>
                  </a:extLst>
                </p:cNvPr>
                <p:cNvGrpSpPr/>
                <p:nvPr/>
              </p:nvGrpSpPr>
              <p:grpSpPr>
                <a:xfrm>
                  <a:off x="7527716" y="1223662"/>
                  <a:ext cx="925112" cy="2662538"/>
                  <a:chOff x="5772906" y="3220826"/>
                  <a:chExt cx="925112" cy="2662538"/>
                </a:xfrm>
              </p:grpSpPr>
              <p:pic>
                <p:nvPicPr>
                  <p:cNvPr id="23" name="Graphic 22" descr="Puzzle outline">
                    <a:extLst>
                      <a:ext uri="{FF2B5EF4-FFF2-40B4-BE49-F238E27FC236}">
                        <a16:creationId xmlns:a16="http://schemas.microsoft.com/office/drawing/2014/main" id="{6848A2AF-5C41-DAC6-F109-599C2FE401E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83618" y="4123405"/>
                    <a:ext cx="914400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32" name="Graphic 31" descr="Puzzle outline">
                    <a:extLst>
                      <a:ext uri="{FF2B5EF4-FFF2-40B4-BE49-F238E27FC236}">
                        <a16:creationId xmlns:a16="http://schemas.microsoft.com/office/drawing/2014/main" id="{FD654F9A-71C5-5C82-64AB-8B0AEFCFC2A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83618" y="4968964"/>
                    <a:ext cx="914400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34" name="Graphic 33" descr="Puzzle outline">
                    <a:extLst>
                      <a:ext uri="{FF2B5EF4-FFF2-40B4-BE49-F238E27FC236}">
                        <a16:creationId xmlns:a16="http://schemas.microsoft.com/office/drawing/2014/main" id="{34F59A13-A825-CD9E-DCAF-08F48ACD28B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72906" y="3220826"/>
                    <a:ext cx="914400" cy="9144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DCCF58F8-9F86-7D4C-3CB6-9F44F9C53F75}"/>
                    </a:ext>
                  </a:extLst>
                </p:cNvPr>
                <p:cNvGrpSpPr/>
                <p:nvPr/>
              </p:nvGrpSpPr>
              <p:grpSpPr>
                <a:xfrm>
                  <a:off x="8422668" y="1223662"/>
                  <a:ext cx="925112" cy="2662538"/>
                  <a:chOff x="5772906" y="3220826"/>
                  <a:chExt cx="925112" cy="2662538"/>
                </a:xfrm>
              </p:grpSpPr>
              <p:pic>
                <p:nvPicPr>
                  <p:cNvPr id="45" name="Graphic 44" descr="Puzzle outline">
                    <a:extLst>
                      <a:ext uri="{FF2B5EF4-FFF2-40B4-BE49-F238E27FC236}">
                        <a16:creationId xmlns:a16="http://schemas.microsoft.com/office/drawing/2014/main" id="{B7776A1C-00BE-836F-ABD2-319E131F8B0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83618" y="4123405"/>
                    <a:ext cx="914400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46" name="Graphic 45" descr="Puzzle outline">
                    <a:extLst>
                      <a:ext uri="{FF2B5EF4-FFF2-40B4-BE49-F238E27FC236}">
                        <a16:creationId xmlns:a16="http://schemas.microsoft.com/office/drawing/2014/main" id="{2517A207-B848-BF7F-BC32-AA18280AEEF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83618" y="4968964"/>
                    <a:ext cx="914400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47" name="Graphic 46" descr="Puzzle outline">
                    <a:extLst>
                      <a:ext uri="{FF2B5EF4-FFF2-40B4-BE49-F238E27FC236}">
                        <a16:creationId xmlns:a16="http://schemas.microsoft.com/office/drawing/2014/main" id="{6919B638-A0A4-5101-D6C4-76A9CCA37BC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72906" y="3220826"/>
                    <a:ext cx="914400" cy="914400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49" name="Arrow: Notched Right 48">
              <a:extLst>
                <a:ext uri="{FF2B5EF4-FFF2-40B4-BE49-F238E27FC236}">
                  <a16:creationId xmlns:a16="http://schemas.microsoft.com/office/drawing/2014/main" id="{E5E5040A-BB9D-F4E5-3325-CDF6719EF32A}"/>
                </a:ext>
              </a:extLst>
            </p:cNvPr>
            <p:cNvSpPr/>
            <p:nvPr/>
          </p:nvSpPr>
          <p:spPr>
            <a:xfrm>
              <a:off x="3666090" y="2328328"/>
              <a:ext cx="415436" cy="432318"/>
            </a:xfrm>
            <a:prstGeom prst="notchedRightArrow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24C72C50-F132-49A2-CFF1-CDE3103B3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980" t="4937" r="4596" b="3565"/>
            <a:stretch>
              <a:fillRect/>
            </a:stretch>
          </p:blipFill>
          <p:spPr>
            <a:xfrm>
              <a:off x="5882269" y="1062910"/>
              <a:ext cx="4538950" cy="296315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dk1"/>
              </a:solidFill>
            </a:ln>
          </p:spPr>
        </p:pic>
        <p:sp>
          <p:nvSpPr>
            <p:cNvPr id="69" name="Arrow: Notched Right 68">
              <a:extLst>
                <a:ext uri="{FF2B5EF4-FFF2-40B4-BE49-F238E27FC236}">
                  <a16:creationId xmlns:a16="http://schemas.microsoft.com/office/drawing/2014/main" id="{1700983A-4AB8-D8AE-0AB6-A3B5B67530A0}"/>
                </a:ext>
              </a:extLst>
            </p:cNvPr>
            <p:cNvSpPr/>
            <p:nvPr/>
          </p:nvSpPr>
          <p:spPr>
            <a:xfrm>
              <a:off x="5173574" y="2328328"/>
              <a:ext cx="415436" cy="432318"/>
            </a:xfrm>
            <a:prstGeom prst="notchedRightArrow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pic>
          <p:nvPicPr>
            <p:cNvPr id="71" name="Graphic 70" descr="Link outline">
              <a:extLst>
                <a:ext uri="{FF2B5EF4-FFF2-40B4-BE49-F238E27FC236}">
                  <a16:creationId xmlns:a16="http://schemas.microsoft.com/office/drawing/2014/main" id="{67D56366-B0F7-BEBA-3BF8-74A9A7F97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64007" y="2087287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8519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Widescreen</PresentationFormat>
  <Paragraphs>54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Cameline Orlendo</dc:creator>
  <cp:lastModifiedBy>Cameline Orlendo</cp:lastModifiedBy>
  <cp:revision>3</cp:revision>
  <dcterms:created xsi:type="dcterms:W3CDTF">2026-04-16T09:23:40Z</dcterms:created>
  <dcterms:modified xsi:type="dcterms:W3CDTF">2026-04-16T18:16:59Z</dcterms:modified>
</cp:coreProperties>
</file>